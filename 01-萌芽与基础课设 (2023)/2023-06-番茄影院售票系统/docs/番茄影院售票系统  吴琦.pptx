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3" r:id="rId4"/>
    <p:sldId id="282" r:id="rId5"/>
    <p:sldId id="268" r:id="rId6"/>
    <p:sldId id="285" r:id="rId7"/>
    <p:sldId id="273" r:id="rId8"/>
    <p:sldId id="278" r:id="rId9"/>
    <p:sldId id="284" r:id="rId10"/>
    <p:sldId id="286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F7D2286-2325-4B13-BE2C-A03373D28110}">
          <p14:sldIdLst>
            <p14:sldId id="256"/>
            <p14:sldId id="258"/>
            <p14:sldId id="263"/>
            <p14:sldId id="282"/>
            <p14:sldId id="268"/>
          </p14:sldIdLst>
        </p14:section>
        <p14:section name="无标题节" id="{751095C6-8F7A-4CC7-A9E1-A72B57092DA9}">
          <p14:sldIdLst>
            <p14:sldId id="285"/>
            <p14:sldId id="273"/>
            <p14:sldId id="278"/>
            <p14:sldId id="284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4D"/>
    <a:srgbClr val="F2A346"/>
    <a:srgbClr val="1C1C1C"/>
    <a:srgbClr val="F7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76" autoAdjust="0"/>
  </p:normalViewPr>
  <p:slideViewPr>
    <p:cSldViewPr snapToGrid="0">
      <p:cViewPr varScale="1">
        <p:scale>
          <a:sx n="108" d="100"/>
          <a:sy n="108" d="100"/>
        </p:scale>
        <p:origin x="114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5C6F0-B5B9-4E5B-BE48-682C293DE264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BF86D4-CD65-4638-B5DE-85256906A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02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096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092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460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52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16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844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920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642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BF86D4-CD65-4638-B5DE-85256906A7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709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406DA978-16B6-4268-AC82-9FA97CFDA6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771901"/>
          </a:xfrm>
          <a:custGeom>
            <a:avLst/>
            <a:gdLst>
              <a:gd name="connsiteX0" fmla="*/ 0 w 12192000"/>
              <a:gd name="connsiteY0" fmla="*/ 0 h 5105400"/>
              <a:gd name="connsiteX1" fmla="*/ 12192000 w 12192000"/>
              <a:gd name="connsiteY1" fmla="*/ 0 h 5105400"/>
              <a:gd name="connsiteX2" fmla="*/ 12192000 w 12192000"/>
              <a:gd name="connsiteY2" fmla="*/ 5105400 h 5105400"/>
              <a:gd name="connsiteX3" fmla="*/ 0 w 12192000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5105400">
                <a:moveTo>
                  <a:pt x="0" y="0"/>
                </a:moveTo>
                <a:lnTo>
                  <a:pt x="12192000" y="0"/>
                </a:lnTo>
                <a:lnTo>
                  <a:pt x="12192000" y="5105400"/>
                </a:lnTo>
                <a:lnTo>
                  <a:pt x="0" y="5105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80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80A83-1458-4744-BC17-D0BF9A21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0F8275-B066-4891-AE14-026EFD635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76EF6-1F98-4E2E-BA49-C8EDDB9B2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DEBEC1-3E79-41D2-BEAC-9E1B39C65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6516E-F640-4EEF-9CA1-5BFB1C699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73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6ADD2F-612C-41F6-B1C6-1DE3F201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470BB9-AFED-435A-AF21-4D2F9E659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6416BE-6691-4158-918D-EA7961FB8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7260F9-1498-4699-8E2F-716F3271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A86097-4909-4B00-90F6-879300C3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82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03C33-769D-462B-B805-BC9DA4AB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5F83B9-D204-43E6-90B5-37AD8E692E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91BA83-5D5C-46CE-9315-98CF4B62E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BCDA95-BE0E-4893-94F8-0F66E179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59D42B-ACDE-42C0-AE27-2A0C8C27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043FCB-1A8E-414F-B93A-17CADEE4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83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EC496-D823-4183-A21F-C18136BA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43566-62F8-44EB-8CAE-17E784DCE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7365A7-D0D9-4833-AFE0-C4F5E9EEA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67AE78-91D1-4833-B92E-599CCC5D7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F76AB7-1E9D-487A-9372-21F276193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CB3715-4E99-4438-AF56-9B9197B4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0F57D9-EFC1-4C76-9D53-FA5513C4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A1FE26-4E37-47D9-B737-4E3F11ED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32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A9607-5335-4BE4-A3BE-C9812AA1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66E07A-168F-4CBA-AD6C-18BF16FA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987D27-F278-4C74-8B8D-3AC520A5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4E9BBA-1A3D-4D7E-82C0-DEF679E9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69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86BE80-D1AD-4F6E-8E03-7C5BD4DE3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DAD82D-85E0-4DDB-BDB3-05C7CB48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D0CAA2-6862-4D1C-B927-F7AF307F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61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0BF88-898C-4265-B0BE-C04D03A40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EEAC9E-BC26-4937-A6B7-3A98A339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BF2154-F6FB-415F-B679-4B6DA9C28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6535C8-2358-4E6F-9A42-F0C50F11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76DF59-7B21-43D9-9BDF-832D02C92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CEF43A-B14C-4C59-A16C-15ABDC9B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56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E8926-323D-415C-B4B8-EDB64B7E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2B5967-2C5F-4525-8522-AE47973AF3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A08FCB-3F94-4943-9E23-6AB0CF825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24D6B7-1E9D-45E9-9C23-0E5BD956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607D2D-9AC6-4B74-B033-A4C11DD17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0F863D-87DD-4EBE-BBD4-0B38B1E0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13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5935B-533A-491D-9099-499A5F42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03D169-469E-4D31-9FA8-E53AC2F98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2A0FED-32FE-43B2-B8C3-AD6F6FA9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B8E94E-3C82-4915-A81B-7E771959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35EB8A-3272-44E7-B3EB-34FE438B6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683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F2C9D1-452B-4870-B613-473554993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86795B-B87B-4074-9C1F-535A3E88C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15F588-C034-4ECD-9EE8-AB4273B5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CDC28-FB1E-4193-8D71-DBE452D7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40B1F6-FDEE-40AD-B68C-F12B5DD5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63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E4A40B-EFBE-4124-BB15-8BD235F4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A58D76-5D6A-452B-AC6C-256354A53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42C7AD-36E7-450C-A666-4655703DD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29097-F538-4996-AD85-B9AE779776D6}" type="datetimeFigureOut">
              <a:rPr lang="zh-CN" altLang="en-US" smtClean="0"/>
              <a:t>2023/6/9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D083F6-252F-444B-913B-D80D4A8AC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83E1E2-361F-4EFF-A7AE-80DAE8C17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F4F00-204B-4839-91A5-AB7ACB763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87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0" y="0"/>
            <a:ext cx="12192000" cy="3771901"/>
          </a:xfr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466725" y="466725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6DC56D-0153-73A9-1345-BB96B39AB409}"/>
              </a:ext>
            </a:extLst>
          </p:cNvPr>
          <p:cNvSpPr txBox="1"/>
          <p:nvPr/>
        </p:nvSpPr>
        <p:spPr>
          <a:xfrm>
            <a:off x="3767809" y="1949238"/>
            <a:ext cx="46563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FF634D"/>
                </a:solidFill>
              </a:rPr>
              <a:t>番茄影院售票系统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A6C4D2-F317-8541-9C16-B7B2E898ED84}"/>
              </a:ext>
            </a:extLst>
          </p:cNvPr>
          <p:cNvSpPr txBox="1"/>
          <p:nvPr/>
        </p:nvSpPr>
        <p:spPr>
          <a:xfrm>
            <a:off x="8046794" y="3686176"/>
            <a:ext cx="2919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简单，方便，快捷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217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466725" y="466725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48A554-84DA-76A3-E14E-7042F915636D}"/>
              </a:ext>
            </a:extLst>
          </p:cNvPr>
          <p:cNvSpPr txBox="1"/>
          <p:nvPr/>
        </p:nvSpPr>
        <p:spPr>
          <a:xfrm>
            <a:off x="1454225" y="2829124"/>
            <a:ext cx="1868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项目简介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C255BE-5E78-5FF5-E149-EEBB37E97E5E}"/>
              </a:ext>
            </a:extLst>
          </p:cNvPr>
          <p:cNvSpPr txBox="1"/>
          <p:nvPr/>
        </p:nvSpPr>
        <p:spPr>
          <a:xfrm>
            <a:off x="3789700" y="2829124"/>
            <a:ext cx="24679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成员介绍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1682EC-2BC7-38B2-6446-C89898FA5215}"/>
              </a:ext>
            </a:extLst>
          </p:cNvPr>
          <p:cNvSpPr txBox="1"/>
          <p:nvPr/>
        </p:nvSpPr>
        <p:spPr>
          <a:xfrm>
            <a:off x="6328714" y="2835282"/>
            <a:ext cx="184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项目演示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98A7D3-B214-6F76-D4C2-FA911B301862}"/>
              </a:ext>
            </a:extLst>
          </p:cNvPr>
          <p:cNvSpPr txBox="1"/>
          <p:nvPr/>
        </p:nvSpPr>
        <p:spPr>
          <a:xfrm>
            <a:off x="8816589" y="2829125"/>
            <a:ext cx="2405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项目总结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37DCC4-0969-88C9-32AD-1CDF9421DF6E}"/>
              </a:ext>
            </a:extLst>
          </p:cNvPr>
          <p:cNvSpPr txBox="1"/>
          <p:nvPr/>
        </p:nvSpPr>
        <p:spPr>
          <a:xfrm>
            <a:off x="2089662" y="2010986"/>
            <a:ext cx="424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634D"/>
                </a:solidFill>
                <a:latin typeface="+mj-ea"/>
                <a:ea typeface="+mj-ea"/>
              </a:rPr>
              <a:t>1</a:t>
            </a:r>
            <a:endParaRPr lang="zh-CN" altLang="en-US" sz="3200" dirty="0">
              <a:solidFill>
                <a:srgbClr val="FF634D"/>
              </a:solidFill>
              <a:latin typeface="+mj-ea"/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B93A59-31EE-22FA-8329-F6112B990835}"/>
              </a:ext>
            </a:extLst>
          </p:cNvPr>
          <p:cNvSpPr txBox="1"/>
          <p:nvPr/>
        </p:nvSpPr>
        <p:spPr>
          <a:xfrm>
            <a:off x="4489939" y="2010985"/>
            <a:ext cx="492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634D"/>
                </a:solidFill>
                <a:latin typeface="+mn-ea"/>
              </a:rPr>
              <a:t>2</a:t>
            </a:r>
            <a:endParaRPr lang="zh-CN" altLang="en-US" sz="3200" dirty="0">
              <a:solidFill>
                <a:srgbClr val="FF634D"/>
              </a:solidFill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2C81C5-DF2B-FD30-67B4-C8BAD64DB79B}"/>
              </a:ext>
            </a:extLst>
          </p:cNvPr>
          <p:cNvSpPr txBox="1"/>
          <p:nvPr/>
        </p:nvSpPr>
        <p:spPr>
          <a:xfrm>
            <a:off x="6957648" y="201098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634D"/>
                </a:solidFill>
                <a:latin typeface="+mj-ea"/>
                <a:ea typeface="+mj-ea"/>
              </a:rPr>
              <a:t>3</a:t>
            </a:r>
            <a:endParaRPr lang="zh-CN" altLang="en-US" sz="3200" dirty="0">
              <a:solidFill>
                <a:srgbClr val="FF634D"/>
              </a:solidFill>
              <a:latin typeface="+mj-ea"/>
              <a:ea typeface="+mj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94731C-4E9F-34EB-3010-1D156BCB8414}"/>
              </a:ext>
            </a:extLst>
          </p:cNvPr>
          <p:cNvSpPr txBox="1"/>
          <p:nvPr/>
        </p:nvSpPr>
        <p:spPr>
          <a:xfrm>
            <a:off x="9425358" y="2016845"/>
            <a:ext cx="422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634D"/>
                </a:solidFill>
                <a:latin typeface="+mj-ea"/>
                <a:ea typeface="+mj-ea"/>
              </a:rPr>
              <a:t>4</a:t>
            </a:r>
            <a:endParaRPr lang="zh-CN" altLang="en-US" sz="3200" dirty="0">
              <a:solidFill>
                <a:srgbClr val="FF634D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0764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466725" y="461962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D180C66-73E6-49E9-9904-D17D226D7F4A}"/>
              </a:ext>
            </a:extLst>
          </p:cNvPr>
          <p:cNvGrpSpPr/>
          <p:nvPr/>
        </p:nvGrpSpPr>
        <p:grpSpPr>
          <a:xfrm>
            <a:off x="3631248" y="2761079"/>
            <a:ext cx="8463939" cy="1785758"/>
            <a:chOff x="4624388" y="2109967"/>
            <a:chExt cx="8463939" cy="1785758"/>
          </a:xfrm>
        </p:grpSpPr>
        <p:sp>
          <p:nvSpPr>
            <p:cNvPr id="38" name="矩形 60">
              <a:extLst>
                <a:ext uri="{FF2B5EF4-FFF2-40B4-BE49-F238E27FC236}">
                  <a16:creationId xmlns:a16="http://schemas.microsoft.com/office/drawing/2014/main" id="{99DBD942-B53F-48AA-B621-6970430A1989}"/>
                </a:ext>
              </a:extLst>
            </p:cNvPr>
            <p:cNvSpPr/>
            <p:nvPr/>
          </p:nvSpPr>
          <p:spPr>
            <a:xfrm>
              <a:off x="5455627" y="2109967"/>
              <a:ext cx="7632700" cy="101566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2"/>
                  </a:solidFill>
                  <a:latin typeface="+mn-lt"/>
                  <a:ea typeface="仿宋_GB2312" pitchFamily="49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600" dirty="0">
                  <a:solidFill>
                    <a:srgbClr val="FF634D"/>
                  </a:solidFill>
                </a:rPr>
                <a:t>项目简介</a:t>
              </a:r>
              <a:endPara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634D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9" name="TextBox 65">
              <a:extLst>
                <a:ext uri="{FF2B5EF4-FFF2-40B4-BE49-F238E27FC236}">
                  <a16:creationId xmlns:a16="http://schemas.microsoft.com/office/drawing/2014/main" id="{06B091E0-53CD-49D9-B618-87361CB1052D}"/>
                </a:ext>
              </a:extLst>
            </p:cNvPr>
            <p:cNvSpPr txBox="1"/>
            <p:nvPr/>
          </p:nvSpPr>
          <p:spPr>
            <a:xfrm>
              <a:off x="4624388" y="3495675"/>
              <a:ext cx="1533525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2"/>
                  </a:solidFill>
                  <a:latin typeface="+mn-lt"/>
                  <a:ea typeface="仿宋_GB2312" pitchFamily="49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TextBox 66">
              <a:extLst>
                <a:ext uri="{FF2B5EF4-FFF2-40B4-BE49-F238E27FC236}">
                  <a16:creationId xmlns:a16="http://schemas.microsoft.com/office/drawing/2014/main" id="{AB6D6A22-5AF6-48FD-8AEB-10FA078E3AC6}"/>
                </a:ext>
              </a:extLst>
            </p:cNvPr>
            <p:cNvSpPr txBox="1"/>
            <p:nvPr/>
          </p:nvSpPr>
          <p:spPr>
            <a:xfrm>
              <a:off x="6727825" y="3495675"/>
              <a:ext cx="17526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2"/>
                  </a:solidFill>
                  <a:latin typeface="+mn-lt"/>
                  <a:ea typeface="仿宋_GB2312" pitchFamily="49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EB3EE3D1-E298-4800-B103-445B57326DDF}"/>
                </a:ext>
              </a:extLst>
            </p:cNvPr>
            <p:cNvSpPr txBox="1"/>
            <p:nvPr/>
          </p:nvSpPr>
          <p:spPr>
            <a:xfrm>
              <a:off x="9017000" y="3479800"/>
              <a:ext cx="17526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2"/>
                  </a:solidFill>
                  <a:latin typeface="+mn-lt"/>
                  <a:ea typeface="仿宋_GB2312" pitchFamily="49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D2D6AF4E-001D-4F87-A4FB-AF9F71892769}"/>
              </a:ext>
            </a:extLst>
          </p:cNvPr>
          <p:cNvSpPr txBox="1"/>
          <p:nvPr/>
        </p:nvSpPr>
        <p:spPr>
          <a:xfrm>
            <a:off x="5087620" y="1437640"/>
            <a:ext cx="2042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0" b="1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0</a:t>
            </a: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1</a:t>
            </a:r>
            <a:endParaRPr kumimoji="0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031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466725" y="466725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D6AF4E-001D-4F87-A4FB-AF9F71892769}"/>
              </a:ext>
            </a:extLst>
          </p:cNvPr>
          <p:cNvSpPr txBox="1"/>
          <p:nvPr/>
        </p:nvSpPr>
        <p:spPr>
          <a:xfrm>
            <a:off x="466725" y="476787"/>
            <a:ext cx="2042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0" b="1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0</a:t>
            </a: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rPr>
              <a:t>1</a:t>
            </a:r>
            <a:endParaRPr kumimoji="0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5A63C2-5DEA-3E14-8445-BE1C2C158B8D}"/>
              </a:ext>
            </a:extLst>
          </p:cNvPr>
          <p:cNvSpPr txBox="1"/>
          <p:nvPr/>
        </p:nvSpPr>
        <p:spPr>
          <a:xfrm>
            <a:off x="2004646" y="1451461"/>
            <a:ext cx="8182708" cy="294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4200"/>
              </a:spcBef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本项目是影院售票系统，</a:t>
            </a:r>
            <a:r>
              <a:rPr lang="zh-CN" altLang="en-US" kern="100" dirty="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线下购票相比，线下购票不仅浪费时间，还浪费精力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为了解决</a:t>
            </a:r>
            <a:r>
              <a:rPr lang="zh-CN" altLang="en-US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购</a:t>
            </a:r>
            <a: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票问题，我们完全能通过电脑跟互联网来完成，本系统就是根据此需求进行开发和设计的。我们开发一个满足用户需求，为用户提供便捷服务的安全稳定的在线电影购票订票系统。在线电影购票系统是为了提高劳动的效率，方便电影售票和客户购买。在线电影售票系统涉及到未注册用户注册、注册用户登录、查询电影、创建订单、付款等功能，并且还有对数据库进行管理和操作，总体实现项目的任务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1500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466725" y="466725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75DF03-5A94-0596-6E88-87806B128438}"/>
              </a:ext>
            </a:extLst>
          </p:cNvPr>
          <p:cNvSpPr txBox="1"/>
          <p:nvPr/>
        </p:nvSpPr>
        <p:spPr>
          <a:xfrm>
            <a:off x="4829452" y="2761079"/>
            <a:ext cx="7927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634D"/>
                </a:solidFill>
              </a:rPr>
              <a:t>专业团队</a:t>
            </a:r>
            <a:endParaRPr lang="en-US" altLang="zh-CN" sz="4800" dirty="0">
              <a:solidFill>
                <a:srgbClr val="FF634D"/>
              </a:solidFill>
            </a:endParaRPr>
          </a:p>
          <a:p>
            <a:r>
              <a:rPr lang="zh-CN" altLang="en-US" sz="4800" dirty="0">
                <a:solidFill>
                  <a:srgbClr val="FF634D"/>
                </a:solidFill>
              </a:rPr>
              <a:t>成员介绍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D02DB1-3F37-0210-0F34-54323BF09244}"/>
              </a:ext>
            </a:extLst>
          </p:cNvPr>
          <p:cNvSpPr txBox="1"/>
          <p:nvPr/>
        </p:nvSpPr>
        <p:spPr>
          <a:xfrm>
            <a:off x="5074920" y="1590039"/>
            <a:ext cx="2042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F0502020204030204"/>
                <a:ea typeface="微软雅黑"/>
                <a:cs typeface="+mn-ea"/>
                <a:sym typeface="+mn-lt"/>
              </a:rPr>
              <a:t>02</a:t>
            </a:r>
            <a:endParaRPr kumimoji="0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613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466725" y="447138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AC4F8A-0878-F68D-5A46-C008661BC4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960" y="490254"/>
            <a:ext cx="2972959" cy="53229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1DE282-EFF4-44A9-D081-5F22569BC0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928" y="490777"/>
            <a:ext cx="3024433" cy="534591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AE25465-C296-8A25-EFD1-0689C1BE9581}"/>
              </a:ext>
            </a:extLst>
          </p:cNvPr>
          <p:cNvSpPr txBox="1"/>
          <p:nvPr/>
        </p:nvSpPr>
        <p:spPr>
          <a:xfrm>
            <a:off x="3451318" y="-87618"/>
            <a:ext cx="5013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专业团队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F56A530-D503-E955-D868-1AC8D2FCAC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031" y="490777"/>
            <a:ext cx="3024433" cy="53609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2327C26-17B6-0D87-D0FC-F9B58B44748D}"/>
              </a:ext>
            </a:extLst>
          </p:cNvPr>
          <p:cNvSpPr txBox="1"/>
          <p:nvPr/>
        </p:nvSpPr>
        <p:spPr>
          <a:xfrm>
            <a:off x="1736418" y="5814427"/>
            <a:ext cx="207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数据大师</a:t>
            </a:r>
            <a:endParaRPr lang="en-US" altLang="zh-CN" b="1" dirty="0"/>
          </a:p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UI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图制作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3EBB1A-E2D3-A3A9-9975-B6275A3CE099}"/>
              </a:ext>
            </a:extLst>
          </p:cNvPr>
          <p:cNvSpPr txBox="1"/>
          <p:nvPr/>
        </p:nvSpPr>
        <p:spPr>
          <a:xfrm>
            <a:off x="5080156" y="5813225"/>
            <a:ext cx="207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b="1"/>
            </a:lvl1pPr>
          </a:lstStyle>
          <a:p>
            <a:r>
              <a:rPr lang="zh-CN" altLang="en-US" dirty="0"/>
              <a:t>团队核心</a:t>
            </a:r>
            <a:endParaRPr lang="en-US" altLang="zh-CN" dirty="0"/>
          </a:p>
          <a:p>
            <a:r>
              <a:rPr lang="zh-CN" altLang="en-US" sz="1200" b="0" dirty="0">
                <a:latin typeface="Arial" panose="020B0604020202020204" pitchFamily="34" charset="0"/>
                <a:cs typeface="Arial" panose="020B0604020202020204" pitchFamily="34" charset="0"/>
              </a:rPr>
              <a:t>前台制作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56A38F-710F-8E7D-DF7F-E07AA78956D6}"/>
              </a:ext>
            </a:extLst>
          </p:cNvPr>
          <p:cNvSpPr txBox="1"/>
          <p:nvPr/>
        </p:nvSpPr>
        <p:spPr>
          <a:xfrm>
            <a:off x="8552769" y="5813225"/>
            <a:ext cx="21397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团队核心</a:t>
            </a:r>
            <a:r>
              <a:rPr lang="en-US" altLang="zh-CN" b="1" dirty="0"/>
              <a:t>2</a:t>
            </a:r>
          </a:p>
          <a:p>
            <a:pPr algn="ctr"/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后台制作</a:t>
            </a:r>
          </a:p>
        </p:txBody>
      </p:sp>
    </p:spTree>
    <p:extLst>
      <p:ext uri="{BB962C8B-B14F-4D97-AF65-F5344CB8AC3E}">
        <p14:creationId xmlns:p14="http://schemas.microsoft.com/office/powerpoint/2010/main" val="54265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377949" y="466725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D6AF4E-001D-4F87-A4FB-AF9F71892769}"/>
              </a:ext>
            </a:extLst>
          </p:cNvPr>
          <p:cNvSpPr txBox="1"/>
          <p:nvPr/>
        </p:nvSpPr>
        <p:spPr>
          <a:xfrm>
            <a:off x="5087620" y="1437640"/>
            <a:ext cx="2042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F0502020204030204"/>
                <a:ea typeface="微软雅黑"/>
                <a:cs typeface="+mn-ea"/>
                <a:sym typeface="+mn-lt"/>
              </a:rPr>
              <a:t>03</a:t>
            </a:r>
            <a:endParaRPr kumimoji="0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997FB6-978A-C279-256B-8B74B48C94AB}"/>
              </a:ext>
            </a:extLst>
          </p:cNvPr>
          <p:cNvSpPr txBox="1"/>
          <p:nvPr/>
        </p:nvSpPr>
        <p:spPr>
          <a:xfrm>
            <a:off x="4820575" y="2598003"/>
            <a:ext cx="8194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634D"/>
                </a:solidFill>
              </a:rPr>
              <a:t>项目演示</a:t>
            </a:r>
          </a:p>
        </p:txBody>
      </p:sp>
    </p:spTree>
    <p:extLst>
      <p:ext uri="{BB962C8B-B14F-4D97-AF65-F5344CB8AC3E}">
        <p14:creationId xmlns:p14="http://schemas.microsoft.com/office/powerpoint/2010/main" val="152807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466725" y="461962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D6AF4E-001D-4F87-A4FB-AF9F71892769}"/>
              </a:ext>
            </a:extLst>
          </p:cNvPr>
          <p:cNvSpPr txBox="1"/>
          <p:nvPr/>
        </p:nvSpPr>
        <p:spPr>
          <a:xfrm>
            <a:off x="5335270" y="1423173"/>
            <a:ext cx="2042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F0502020204030204"/>
                <a:ea typeface="微软雅黑"/>
                <a:cs typeface="+mn-ea"/>
                <a:sym typeface="+mn-lt"/>
              </a:rPr>
              <a:t>04</a:t>
            </a:r>
            <a:endParaRPr kumimoji="0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C26B38-959E-65AB-2454-CF4354C1DF96}"/>
              </a:ext>
            </a:extLst>
          </p:cNvPr>
          <p:cNvSpPr txBox="1"/>
          <p:nvPr/>
        </p:nvSpPr>
        <p:spPr>
          <a:xfrm>
            <a:off x="5015884" y="2742163"/>
            <a:ext cx="7803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634D"/>
                </a:solidFill>
              </a:rPr>
              <a:t>项目总结</a:t>
            </a:r>
          </a:p>
        </p:txBody>
      </p:sp>
    </p:spTree>
    <p:extLst>
      <p:ext uri="{BB962C8B-B14F-4D97-AF65-F5344CB8AC3E}">
        <p14:creationId xmlns:p14="http://schemas.microsoft.com/office/powerpoint/2010/main" val="2183331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5260276F-5D37-4A81-B16D-D8C9A9DE7A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191877E-1DEA-4FA4-A496-7C066EA9DF02}"/>
              </a:ext>
            </a:extLst>
          </p:cNvPr>
          <p:cNvSpPr/>
          <p:nvPr/>
        </p:nvSpPr>
        <p:spPr>
          <a:xfrm>
            <a:off x="0" y="-85724"/>
            <a:ext cx="12192000" cy="3771900"/>
          </a:xfrm>
          <a:prstGeom prst="rect">
            <a:avLst/>
          </a:prstGeom>
          <a:solidFill>
            <a:srgbClr val="1C1C1C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F59949-1328-4EC5-B579-3C53410F1EC1}"/>
              </a:ext>
            </a:extLst>
          </p:cNvPr>
          <p:cNvSpPr/>
          <p:nvPr/>
        </p:nvSpPr>
        <p:spPr>
          <a:xfrm>
            <a:off x="466725" y="466725"/>
            <a:ext cx="11258550" cy="5934075"/>
          </a:xfrm>
          <a:prstGeom prst="rect">
            <a:avLst/>
          </a:prstGeom>
          <a:solidFill>
            <a:srgbClr val="F7F4F8"/>
          </a:solidFill>
          <a:ln>
            <a:noFill/>
          </a:ln>
          <a:effectLst>
            <a:outerShdw blurRad="304800" sx="104000" sy="104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D6AF4E-001D-4F87-A4FB-AF9F71892769}"/>
              </a:ext>
            </a:extLst>
          </p:cNvPr>
          <p:cNvSpPr txBox="1"/>
          <p:nvPr/>
        </p:nvSpPr>
        <p:spPr>
          <a:xfrm>
            <a:off x="466725" y="476787"/>
            <a:ext cx="2042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0" b="1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04</a:t>
            </a:r>
            <a:endParaRPr kumimoji="0" lang="zh-CN" alt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944C0B-2902-927C-3632-D45AD51D5014}"/>
              </a:ext>
            </a:extLst>
          </p:cNvPr>
          <p:cNvSpPr txBox="1"/>
          <p:nvPr/>
        </p:nvSpPr>
        <p:spPr>
          <a:xfrm>
            <a:off x="1909522" y="2039088"/>
            <a:ext cx="8372956" cy="1971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        此项目由本组三人共同努力完成，在此期间我们团结奋进，奋发图强，在学习中成长，在成长中学习，在互帮互助中完成了此项目。我们在制作项目的过程中了解到了在项目中，计划、团队协助、队员的沟通、个人的实践在项目开发上的重要性，并在制作过程中使这几方面都有了明显的提升，能有这份成果离不开每一个人的努力，在此感谢所有给予我们帮助的老师与同学。</a:t>
            </a:r>
          </a:p>
        </p:txBody>
      </p:sp>
    </p:spTree>
    <p:extLst>
      <p:ext uri="{BB962C8B-B14F-4D97-AF65-F5344CB8AC3E}">
        <p14:creationId xmlns:p14="http://schemas.microsoft.com/office/powerpoint/2010/main" val="3980973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8FF42-15CF-6142-B583-FCAA9B7A0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416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dirty="0"/>
              <a:t>特邀嘉宾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A0FB6BB-65AC-84F0-8C4A-0E89A69FE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215" y="391352"/>
            <a:ext cx="4385570" cy="637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m2lx4w1">
      <a:majorFont>
        <a:latin typeface="Agency FB" panose="020F0302020204030204"/>
        <a:ea typeface="微软雅黑"/>
        <a:cs typeface=""/>
      </a:majorFont>
      <a:minorFont>
        <a:latin typeface="Agency FB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303</Words>
  <Application>Microsoft Office PowerPoint</Application>
  <PresentationFormat>宽屏</PresentationFormat>
  <Paragraphs>40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微软雅黑</vt:lpstr>
      <vt:lpstr>Agency FB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特邀嘉宾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活动策划方案</dc:title>
  <dc:creator>第一PPT模板网-WWW.1PPT.COM</dc:creator>
  <cp:keywords>第一PPT模板网-WWW.1PPT.COM</cp:keywords>
  <dc:description>www.1ppt.com</dc:description>
  <cp:lastModifiedBy>你</cp:lastModifiedBy>
  <cp:revision>63</cp:revision>
  <dcterms:created xsi:type="dcterms:W3CDTF">2017-08-22T13:33:09Z</dcterms:created>
  <dcterms:modified xsi:type="dcterms:W3CDTF">2023-06-09T08:42:43Z</dcterms:modified>
</cp:coreProperties>
</file>