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99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  <a:latin typeface="Microsoft YaHei"/>
              </a:defRPr>
            </a:pPr>
            <a:r>
              <a:t>桶装水配送管理系统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D97706"/>
                </a:solidFill>
                <a:latin typeface="Microsoft YaHei"/>
              </a:defRPr>
            </a:pPr>
            <a:r>
              <a:t>需求分析与系统架构设计汇报</a:t>
            </a:r>
          </a:p>
          <a:p>
            <a:pPr algn="ctr">
              <a:spcBef>
                <a:spcPts val="800"/>
              </a:spcBef>
              <a:defRPr sz="1300">
                <a:solidFill>
                  <a:srgbClr val="0E7490"/>
                </a:solidFill>
                <a:latin typeface="Microsoft YaHei"/>
              </a:defRPr>
            </a:pPr>
            <a:r>
              <a:t>基于 SpringBoot 3.0 + Vue3 + 多模态大模型AI空桶视觉质检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931920"/>
            <a:ext cx="889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34155"/>
                </a:solidFill>
                <a:latin typeface="Microsoft YaHei"/>
              </a:defRPr>
            </a:pPr>
            <a:r>
              <a:t>汇报人：吴琦  |  班级：25gbs计算2班  |  指导教师：杨红祥</a:t>
            </a:r>
          </a:p>
          <a:p>
            <a:pPr algn="ctr">
              <a:spcBef>
                <a:spcPts val="6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湖北工业大学工程技术学院  | 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01. 项目背景与痛点分析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1148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项目立项背景与建设目标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1206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E123C"/>
                </a:solidFill>
                <a:latin typeface="Microsoft YaHei"/>
              </a:defRPr>
            </a:pPr>
            <a:r>
              <a:t>传统水站运营 四大业务痛点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● 纸质水票管理混乱，假票与糊涂账频发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传统纸质水票容易伪造、转借、污损及撕票丢失，缺乏不可逆审计流水，水站与客户对账周期长、坏账多。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● 空桶损耗严重，缺乏客观定损依据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周转桶是核心重资产。破损、裂纹、青苔黑垢全凭送水工肉眼估量，易引发客诉纠纷，造成包材资产流失。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● 人工调度脱节，配送路线杂乱无章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依赖电话、微信纸条派单，片区网格重叠，送水工配送路线不透明，履约超时与漏送频发。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● 经营数据孤岛，无实时全局监控看板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经营数据滞后数周，低余票客户流失无预警，无法实时掌控各片区在职员工负荷与空桶周转库存。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1206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7490"/>
                </a:solidFill>
                <a:latin typeface="Microsoft YaHei"/>
              </a:defRPr>
            </a:pPr>
            <a:r>
              <a:t>本系统数字化 建设目标与价值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✔ 电子水票全流程闭环审计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建立电子水票充值、赠送、消费、对账全链路不可逆审计流水（t_ticket_flow），彻底根绝纸质票据死账。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✔ 多模态 AI 空桶智能质检创新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集成视觉大模型算法，送水工回收时手机拍照即时分析破损与青苔，智能生成结构化质检凭据，定损存证。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✔ 送水工移动端免密网格化作业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提供 H5 移动工作台，一键识别待配送客户、余票前置强校验、扫码交付核销与空桶交接对冲。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✔ 数字化运营看板大屏实时决策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构建 PC 端实时数字化大屏，动态呈现销量走势、空桶在途周转率、低水票预警雷达与送水工效能排行。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02. 系统角色用例与功能架构分析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1148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业务用例与系统边界设计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93192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核心业务角色与职责划分</a:t>
            </a:r>
          </a:p>
          <a:p>
            <a:pPr>
              <a:spcBef>
                <a:spcPts val="1200"/>
              </a:spcBef>
              <a:defRPr sz="1300" b="1">
                <a:solidFill>
                  <a:srgbClr val="0E7490"/>
                </a:solidFill>
                <a:latin typeface="Microsoft YaHei"/>
              </a:defRPr>
            </a:pPr>
            <a:r>
              <a:t>【送水工移动工作台 (H5端)】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Microsoft YaHei"/>
              </a:defRPr>
            </a:pPr>
            <a:r>
              <a:t>  · UC01 送水工免密登录与身份认证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Microsoft YaHei"/>
              </a:defRPr>
            </a:pPr>
            <a:r>
              <a:t>  · UC02 片区待送客户任务与外呼导航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Microsoft YaHei"/>
              </a:defRPr>
            </a:pPr>
            <a:r>
              <a:t>  · UC03 现场水票核销 (余额前置强校验)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Microsoft YaHei"/>
              </a:defRPr>
            </a:pPr>
            <a:r>
              <a:t>  · UC04 AI拍照验桶质检与损伤诊断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Microsoft YaHei"/>
              </a:defRPr>
            </a:pPr>
            <a:r>
              <a:t>  · UC05 空桶交接对冲登记与个人业绩</a:t>
            </a:r>
          </a:p>
          <a:p>
            <a:pPr>
              <a:spcBef>
                <a:spcPts val="1200"/>
              </a:spcBef>
              <a:defRPr sz="1300" b="1">
                <a:solidFill>
                  <a:srgbClr val="D97706"/>
                </a:solidFill>
                <a:latin typeface="Microsoft YaHei"/>
              </a:defRPr>
            </a:pPr>
            <a:r>
              <a:t>【系统管理员控制台 (PC端)】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Microsoft YaHei"/>
              </a:defRPr>
            </a:pPr>
            <a:r>
              <a:t>  · UC06 数字化运营看板大屏全盘监控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Microsoft YaHei"/>
              </a:defRPr>
            </a:pPr>
            <a:r>
              <a:t>  · UC07 送水工档案维护与网格片区调度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Microsoft YaHei"/>
              </a:defRPr>
            </a:pPr>
            <a:r>
              <a:t>  · UC08 客户精细档案与低余票智能预警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Microsoft YaHei"/>
              </a:defRPr>
            </a:pPr>
            <a:r>
              <a:t>  · UC09 电子水票发售充值与不可逆流水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Microsoft YaHei"/>
              </a:defRPr>
            </a:pPr>
            <a:r>
              <a:t>  · UC10 配送核销全景审计与质检追溯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188720"/>
            <a:ext cx="652241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339535" cy="35924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0" y="5852160"/>
            <a:ext cx="6339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Microsoft YaHei"/>
              </a:defRPr>
            </a:pPr>
            <a:r>
              <a:t>图 3.1 桶装水配送管理系统总体功能用例与角色交互分析图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03. 核心业务全链路时序与流转机制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1148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水票核销-AI质检-空桶对冲业务流程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728655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088575" cy="58850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7490"/>
                </a:solidFill>
                <a:latin typeface="Microsoft YaHei"/>
              </a:defRPr>
            </a:pPr>
            <a:r>
              <a:t>全链路高可靠核心机制解析：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Microsoft YaHei"/>
              </a:defRPr>
            </a:pPr>
            <a:r>
              <a:t>1. 余额前置强校验：核销前强制查询水票账户余额，余额不足直接在移动端阻断并外呼预警，杜绝坏账欠单；</a:t>
            </a:r>
            <a:br/>
            <a:r>
              <a:t>2. 多模态 AI 存证：送水工回收拍照后，算法提取图像特征并输出 JSON 报告，存证快照 URL 写入数据库；</a:t>
            </a:r>
            <a:br/>
            <a:r>
              <a:t>3. 原子事务强对冲：单一数据库事务保障【水票 -N、配送记录 +1、空桶台账对冲】的 ACID 强一致性，无对账死角。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04. 数据库概念与全局 E-R 模型设计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1148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数据持久化与高范式实体关系模型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749039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系统 9 大核心实体与范式</a:t>
            </a:r>
          </a:p>
          <a:p>
            <a:pPr>
              <a:spcBef>
                <a:spcPts val="800"/>
              </a:spcBef>
              <a:defRPr sz="1200" b="1">
                <a:solidFill>
                  <a:srgbClr val="0E7490"/>
                </a:solidFill>
                <a:latin typeface="Microsoft YaHei"/>
              </a:defRPr>
            </a:pPr>
            <a:r>
              <a:t>■ 组织与鉴权域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· sys_user (系统用户表)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· sys_role (角色权限表)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■ 基础档案域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· t_region (服务片区表)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· t_courier (送水工档案表)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· t_customer (客户档案精细表)</a:t>
            </a:r>
          </a:p>
          <a:p>
            <a:pPr>
              <a:spcBef>
                <a:spcPts val="800"/>
              </a:spcBef>
              <a:defRPr sz="1200" b="1">
                <a:solidFill>
                  <a:srgbClr val="8B5CF6"/>
                </a:solidFill>
                <a:latin typeface="Microsoft YaHei"/>
              </a:defRPr>
            </a:pPr>
            <a:r>
              <a:t>■ 水票与资产域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· t_ticket_type (水票规格定义表)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· t_ticket_account (客户水票账户表)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· t_ticket_flow (水票审计流水台账)</a:t>
            </a:r>
          </a:p>
          <a:p>
            <a:pPr>
              <a:spcBef>
                <a:spcPts val="800"/>
              </a:spcBef>
              <a:defRPr sz="1200" b="1">
                <a:solidFill>
                  <a:srgbClr val="EF4444"/>
                </a:solidFill>
                <a:latin typeface="Microsoft YaHei"/>
              </a:defRPr>
            </a:pPr>
            <a:r>
              <a:t>■ 配送履约域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· t_delivery_order (配送核销订单表)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  · t_barrel_recycle (AI空桶回收质检表)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188720"/>
            <a:ext cx="679673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25880"/>
            <a:ext cx="6613855" cy="4547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0" y="5943600"/>
            <a:ext cx="6613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Microsoft YaHei"/>
              </a:defRPr>
            </a:pPr>
            <a:r>
              <a:t>图 3.3 桶装水配送管理系统数据库全局 E-R 概念结构与物理模型图 (严密外键与索引设计)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05. 核心特色亮点：多模态 AI 空桶质检与数字化看板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1148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【重点加页·创新特色】通义千问VL视觉质检与运营大屏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120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7490"/>
                </a:solidFill>
                <a:latin typeface="Microsoft YaHei"/>
              </a:defRPr>
            </a:pPr>
            <a:r>
              <a:t>多模态 AI 空桶智能质检突破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通义千问VL视觉大模型驱动，现场拍照即时输出结构化诊断报告与扣款建议：</a:t>
            </a:r>
          </a:p>
        </p:txBody>
      </p:sp>
      <p:pic>
        <p:nvPicPr>
          <p:cNvPr id="7" name="Picture 6" descr="clean_water_barrel_17895058871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1508760" cy="1126541"/>
          </a:xfrm>
          <a:prstGeom prst="rect">
            <a:avLst/>
          </a:prstGeom>
        </p:spPr>
      </p:pic>
      <p:pic>
        <p:nvPicPr>
          <p:cNvPr id="8" name="Picture 7" descr="mossy_water_barrel_17895059059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011680"/>
            <a:ext cx="1508760" cy="1126541"/>
          </a:xfrm>
          <a:prstGeom prst="rect">
            <a:avLst/>
          </a:prstGeom>
        </p:spPr>
      </p:pic>
      <p:pic>
        <p:nvPicPr>
          <p:cNvPr id="9" name="Picture 8" descr="crushed_water_barrel_17895059227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011680"/>
            <a:ext cx="1508760" cy="11265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31546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Microsoft YaHei"/>
              </a:defRPr>
            </a:pPr>
            <a:r>
              <a:t>【合格品 扣¥0】            【内壁青苔 需清洗】          【破裂报废 扣¥40】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● Prompt 工程化契约：严格约束视觉大模型输出 JSON 格式（status, desc, deductDeposit），免训练即达高精度。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● HSV 色相与折射双轨算法：结合色相 55°~165° 绿苔藻类特征与 4x4 网格阴影折射率深度凹陷计算，毫秒级自适应定损。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Microsoft YaHei"/>
              </a:defRPr>
            </a:pPr>
            <a:r>
              <a:t>● 杜绝客诉纠纷闭环：拍照存证写入云端数据库，核销时明确展示定损扣押凭据，水站与客户双方零争议。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533369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5_03_verify_det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371600"/>
            <a:ext cx="2011680" cy="4559808"/>
          </a:xfrm>
          <a:prstGeom prst="rect">
            <a:avLst/>
          </a:prstGeom>
        </p:spPr>
      </p:pic>
      <p:pic>
        <p:nvPicPr>
          <p:cNvPr id="14" name="Picture 13" descr="pc_02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1371600"/>
            <a:ext cx="2788920" cy="14988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03920" y="3017520"/>
            <a:ext cx="2788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YaHei"/>
              </a:defRPr>
            </a:pPr>
            <a:r>
              <a:t>数字化运营监控大屏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● 实时吞吐监控：当日累计配送量、空桶回收对冲率实时滚动更新；</a:t>
            </a:r>
            <a:br/>
            <a:r>
              <a:t>● 低票智能预警：客户余额 ≤ 2张自动标红，支持一键催充；</a:t>
            </a:r>
            <a:br/>
            <a:r>
              <a:t>● 质检凭据追溯：点击任一历史记录即可穿透调阅现场大模型分析快照与扣押凭单。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8521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  <a:latin typeface="Microsoft YaHei"/>
              </a:defRPr>
            </a:pPr>
            <a:r>
              <a:t>移动端AI质检实录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